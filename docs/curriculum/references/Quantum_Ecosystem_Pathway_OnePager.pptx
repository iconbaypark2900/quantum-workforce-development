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IBM Quantum Ecosystem Navigation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Quantum Shor</a:t>
            </a:r>
          </a:p>
          <a:p>
            <a:r>
              <a:t>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71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Interests</a:t>
            </a:r>
          </a:p>
          <a:p>
            <a:r>
              <a:t>(Medicine)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IBM Learning</a:t>
            </a:r>
          </a:p>
          <a:p>
            <a:r>
              <a:t>Composer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Qiskit</a:t>
            </a:r>
          </a:p>
          <a:p>
            <a:r>
              <a:t>Advocate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371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Research</a:t>
            </a:r>
          </a:p>
          <a:p>
            <a:r>
              <a:t>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Choose</a:t>
            </a:r>
          </a:p>
          <a:p>
            <a:r>
              <a:t>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University Path</a:t>
            </a:r>
          </a:p>
          <a:p>
            <a:r>
              <a:t>MS/PhD</a:t>
            </a:r>
          </a:p>
          <a:p>
            <a:r>
              <a:t>Faculty</a:t>
            </a:r>
          </a:p>
          <a:p>
            <a:r>
              <a:t>Research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432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Industry Path</a:t>
            </a:r>
          </a:p>
          <a:p>
            <a:r>
              <a:t>Internships</a:t>
            </a:r>
          </a:p>
          <a:p>
            <a:r>
              <a:t>IBM Network</a:t>
            </a:r>
          </a:p>
          <a:p>
            <a:r>
              <a:t>Employment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2062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Goal: Help learners, universities, and employers navigate the quantum ecosystem from curiosity to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